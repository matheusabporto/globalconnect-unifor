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ENTREGÁVEL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Gestão da Mobilidade Acadêmica Internacional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90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2025.1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13 a 17/04/2025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Stakeholders?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7432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ou grupo que tem interesse, é afetado ou influencia o sistema a ser desenvolvido.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mapear?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18288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stakeholders garante que os requisitos do sistema reflitam as necessidades reais de todos os envolvidos.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743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projeto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18288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GlobalConnect impacta estudantes, gestores, professores, parceiros internacionais e órgãos regulatórios.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E1 — Lista de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Internos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19202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8229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/ Grupo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822960"/>
            <a:ext cx="14630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822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822960"/>
            <a:ext cx="16002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9624" y="8229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Envolvimento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822960"/>
            <a:ext cx="16002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41264" y="8229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822960"/>
            <a:ext cx="1828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2904" y="82296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Necessidade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234440"/>
            <a:ext cx="192024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234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Rocha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Unifor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40280" y="1234440"/>
            <a:ext cx="146304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13432" y="12344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1234440"/>
            <a:ext cx="16002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7912" y="12344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234440"/>
            <a:ext cx="16002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2344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 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78040" y="1234440"/>
            <a:ext cx="18288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12344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elegibilidade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status em tempo real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1929384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19293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Fernanda Lima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/ DRI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0280" y="1929384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192938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94760" y="1929384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7912" y="192938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1929384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192938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etapas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projeto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78040" y="1929384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51192" y="19293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candidaturas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gestão de convênios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2624328"/>
            <a:ext cx="192024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2624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Ricardo Melo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de Curso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40280" y="2624328"/>
            <a:ext cx="146304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13432" y="2624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94760" y="2624328"/>
            <a:ext cx="16002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67912" y="26243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0" y="2624328"/>
            <a:ext cx="16002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26243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Aproveitamento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créditos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624328"/>
            <a:ext cx="18288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51192" y="26243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 do exterior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31927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33192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Profa. Ana Souza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40280" y="3319272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13432" y="33192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94760" y="3319272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67912" y="33192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0" y="3319272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9552" y="33192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Cooperações 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internac.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78040" y="3319272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51192" y="3319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eventos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globais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" y="4014216"/>
            <a:ext cx="192024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40142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Acadêmica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Unifor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40280" y="4014216"/>
            <a:ext cx="146304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13432" y="40142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794760" y="4014216"/>
            <a:ext cx="16002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67912" y="40142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86400" y="4014216"/>
            <a:ext cx="16002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9552" y="40142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178040" y="4014216"/>
            <a:ext cx="1828800" cy="65836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51192" y="40142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sistema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acadêmico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E1 — Lista de Stakeholders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Externos e Regulatórios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572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19202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8229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/ Grupo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822960"/>
            <a:ext cx="14630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822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822960"/>
            <a:ext cx="16002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9624" y="8229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Envolvimento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822960"/>
            <a:ext cx="16002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41264" y="8229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82296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2904" y="82296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Necessidade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234440"/>
            <a:ext cx="19202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234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Bianchi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Internacional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40280" y="1234440"/>
            <a:ext cx="14630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13432" y="12344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1234440"/>
            <a:ext cx="16002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7912" y="12344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234440"/>
            <a:ext cx="16002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2344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 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 Unifor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78040" y="1234440"/>
            <a:ext cx="18288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12344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 culturais 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Tandem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1929384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19293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Carter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Inst. Parceira Estrangeira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0280" y="1929384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192938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94760" y="1929384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7912" y="192938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1929384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192938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vagas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convênios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78040" y="1929384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51192" y="19293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para candidaturas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perfil dos alunos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2624328"/>
            <a:ext cx="19202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2624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e Cláudia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 / Responsáveis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40280" y="2624328"/>
            <a:ext cx="14630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13432" y="2624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94760" y="2624328"/>
            <a:ext cx="16002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67912" y="26243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0" y="2624328"/>
            <a:ext cx="16002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26243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624328"/>
            <a:ext cx="18288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51192" y="26243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de custo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bolsas disponíveis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31927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33192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UniforParque Tecnológico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40280" y="3319272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13432" y="33192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94760" y="3319272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67912" y="33192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0" y="3319272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9552" y="33192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/ deploy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78040" y="3319272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51192" y="3319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técnicos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definidos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" y="4014216"/>
            <a:ext cx="19202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40142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CAPES / CNPq / MEC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Órgãos Federais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40280" y="4014216"/>
            <a:ext cx="14630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13432" y="40142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794760" y="4014216"/>
            <a:ext cx="16002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67912" y="40142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86400" y="4014216"/>
            <a:ext cx="16002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9552" y="40142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dados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mobilidade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178040" y="4014216"/>
            <a:ext cx="182880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51192" y="40142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integração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bolsas federais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E1 — Lista de Stakeholders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— Níveis de Envolvimento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6459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960120"/>
            <a:ext cx="6675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99669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poder de decisão sobre o sistema ou o processo que ele apoia. Suas preferências definem o rumo do produto.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164592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11096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1911096"/>
            <a:ext cx="6675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9476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ser consultado antes de decisões importantes. Seu input impacta diretamente o projeto.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62072"/>
            <a:ext cx="164592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6207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2862072"/>
            <a:ext cx="6675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28986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 em conjunto com a equipe. Tem responsabilidades compartilhadas na execução.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13048"/>
            <a:ext cx="164592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130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03120" y="3813048"/>
            <a:ext cx="6675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ser mantido informado sobre o progresso e mudanças relevantes, sem participação ativa nas decisões.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E1 — Lista de Stakeholders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3017520"/>
            <a:ext cx="5029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Internos  ·  </a:t>
            </a:r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Externos  ·  </a:t>
            </a:r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Regulatório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E2 — Roteiro de Entrevistas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E1 Stakeholders</dc:title>
  <dc:subject>PptxGenJS Presentation</dc:subject>
  <dc:creator>PptxGenJS</dc:creator>
  <cp:lastModifiedBy>PptxGenJS</cp:lastModifiedBy>
  <cp:revision>1</cp:revision>
  <dcterms:created xsi:type="dcterms:W3CDTF">2026-04-10T17:30:53Z</dcterms:created>
  <dcterms:modified xsi:type="dcterms:W3CDTF">2026-04-10T17:30:53Z</dcterms:modified>
</cp:coreProperties>
</file>