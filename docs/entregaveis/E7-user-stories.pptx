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ENTREGÁVEL 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Refinado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User Stories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— Gestão da Mobilidade Acadêmica Internacional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880360"/>
            <a:ext cx="41148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35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Modelagem de Sistemas  · 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Unifor 2026.1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18/05 a 22/05/2026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80160" y="109728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1612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User Story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444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que vamos usar para descrever cada funcionalidade do sistema sob a perspectiva do usuário final.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80160" y="196596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029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MVP — 7 Must Have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313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escolhemos refinar apenas as funcionalidades essenciais que compõem o Produto Mínimo Viável.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80160" y="283464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898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7 User Stories detalhadas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1821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Must Have transformada em User Story com critérios de aceitação claros.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0332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280160" y="370332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767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40507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backlog refinado prepara o protótipo de alta fidelidade no Figma.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User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descrição curta de uma funcionalidade vista pela perspectiva de quem vai usá-la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09728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canônico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[tipo de usuário]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[ação ou funcionalidade]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[benefício ou valor que isso gera]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aplicado ao GlobalConnect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da Unifor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quero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automaticamente se atendo aos pré-requisitos do intercâmbio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para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se posso me candidatar sem precisar ir presencialmente ao NEI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MVP — 7 Features Must Have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Refinamos com profundidade apenas o que vai ser construído primeiro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F0F7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914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focar só nas Must Have?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51790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projetos reais, refinamos primeiro o que será construído. As Should Have e Could Have permanecem no backlog e serão refinadas em ciclos futuros, quando estivermos mais perto de implementá-las. Isso evita desperdício de esforço com detalhes que podem mudar antes da implementação.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7 funcionalidades que compõem o nosso MVP: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777240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0604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F1.1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88720" y="2606040"/>
            <a:ext cx="7589520" cy="246888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606040"/>
            <a:ext cx="7452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centralizado de oportunidades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98648"/>
            <a:ext cx="777240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986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F1.2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88720" y="2898648"/>
            <a:ext cx="7589520" cy="246888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898648"/>
            <a:ext cx="7452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automática de elegibilidade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91256"/>
            <a:ext cx="777240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9125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F2.1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88720" y="3191256"/>
            <a:ext cx="7589520" cy="246888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3191256"/>
            <a:ext cx="7452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digital de documentos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83864"/>
            <a:ext cx="777240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8386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F2.2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88720" y="3483864"/>
            <a:ext cx="7589520" cy="246888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3483864"/>
            <a:ext cx="7452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interativo de documentos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776472"/>
            <a:ext cx="777240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7647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F3.1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88720" y="3776472"/>
            <a:ext cx="7589520" cy="246888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3776472"/>
            <a:ext cx="7452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status da candidatura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69080"/>
            <a:ext cx="777240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6908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F3.2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188720" y="4069080"/>
            <a:ext cx="7589520" cy="246888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25880" y="4069080"/>
            <a:ext cx="7452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automáticas de prazos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361688"/>
            <a:ext cx="777240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3616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F4.1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188720" y="4361688"/>
            <a:ext cx="7589520" cy="246888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25880" y="4361688"/>
            <a:ext cx="7452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do NEI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US-01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 Have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F1.1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um portal centralizado com todas as informações sobre o programa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98448"/>
            <a:ext cx="8503920" cy="1371600"/>
          </a:xfrm>
          <a:prstGeom prst="rect">
            <a:avLst/>
          </a:prstGeom>
          <a:solidFill>
            <a:srgbClr val="F0F7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98448"/>
            <a:ext cx="10972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1664208"/>
            <a:ext cx="8092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da Unifor interessado em intercâmbio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um portal centralizado com todas as informações sobre o programa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tudo o que preciso em um único lugar, sem ter que pesquisar em várias páginas do site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36576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29184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portal deve exibir todos os pré-requisitos, prazos e instituições parceiras em uma única página.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3794760"/>
            <a:ext cx="7955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deve ser acessível sem necessidade de login institucional.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429768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haver um menu visível com as seções principais (sobre, requisitos, parceiras, prazos, FAQ).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US-02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 Have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F1.2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automaticamente se atendo aos pré-requisitos do intercâmbio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98448"/>
            <a:ext cx="8503920" cy="1371600"/>
          </a:xfrm>
          <a:prstGeom prst="rect">
            <a:avLst/>
          </a:prstGeom>
          <a:solidFill>
            <a:srgbClr val="F0F7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98448"/>
            <a:ext cx="10972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1664208"/>
            <a:ext cx="8092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da Unifor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automaticamente se atendo aos pré-requisitos do intercâmbio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se posso me candidatar sem precisar ir presencialmente ao NEI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36576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29184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deve cruzar dados do histórico acadêmico do aluno (matrícula, % do curso, média global e reprovações).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3794760"/>
            <a:ext cx="7955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deve indicar claramente se o aluno está apto ou não, com checklist visual dos 5 critérios.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429768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não atenda algum critério, o sistema deve informar exatamente qual requisito falhou.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US-03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 Have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F2.1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todos os documentos exigidos de forma digital pela plataforma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98448"/>
            <a:ext cx="8503920" cy="1371600"/>
          </a:xfrm>
          <a:prstGeom prst="rect">
            <a:avLst/>
          </a:prstGeom>
          <a:solidFill>
            <a:srgbClr val="F0F7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98448"/>
            <a:ext cx="10972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1664208"/>
            <a:ext cx="8092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candidato ao intercâmbio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todos os documentos exigidos de forma digital pela plataforma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precisar ir presencialmente ao NEI entregar documentos físicos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36576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29184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deve aceitar upload de arquivos PDF, JPG e PNG com até 5 MB cada.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3794760"/>
            <a:ext cx="7955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enviado deve receber confirmação visual imediata na interface.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429768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deve poder substituir um documento enviado antes da análise oficial pelo NEI.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US-04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 Have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F2.2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um checklist visual com todos os documentos exigidos e seu status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98448"/>
            <a:ext cx="8503920" cy="1371600"/>
          </a:xfrm>
          <a:prstGeom prst="rect">
            <a:avLst/>
          </a:prstGeom>
          <a:solidFill>
            <a:srgbClr val="F0F7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98448"/>
            <a:ext cx="10972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1664208"/>
            <a:ext cx="8092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candidato ao intercâmbio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um checklist visual com todos os documentos exigidos e seu status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exatamente o que já enviei e o que ainda falta para concluir minha candidatura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36576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29184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deve listar todos os documentos exigidos com indicação de enviado (☑) ou pendente (☐).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3794760"/>
            <a:ext cx="7955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barra de progresso deve mostrar quantos documentos foram enviados em relação ao total.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429768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pendentes devem ser destacados visualmente para chamar atenção do aluno.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US-05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 Have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F3.1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em tempo real o status da minha candidatura ao intercâmbio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98448"/>
            <a:ext cx="8503920" cy="1371600"/>
          </a:xfrm>
          <a:prstGeom prst="rect">
            <a:avLst/>
          </a:prstGeom>
          <a:solidFill>
            <a:srgbClr val="F0F7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98448"/>
            <a:ext cx="10972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1664208"/>
            <a:ext cx="8092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com candidatura em andamento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em tempo real o status da minha candidatura ao intercâmbio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em qual etapa do processo estou sem precisar entrar em contato com o NEI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36576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29184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deve exibir uma timeline com todas as etapas do processo (inscrição até embarque).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3794760"/>
            <a:ext cx="7955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etapa atual deve estar visualmente destacada, com as anteriores marcadas como concluídas.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429768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concluída deve mostrar data, horário e responsável pela atualização.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US-06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 Have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F3.2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notificações automáticas sobre prazos e atualizações da candidatura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98448"/>
            <a:ext cx="8503920" cy="1371600"/>
          </a:xfrm>
          <a:prstGeom prst="rect">
            <a:avLst/>
          </a:prstGeom>
          <a:solidFill>
            <a:srgbClr val="F0F7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98448"/>
            <a:ext cx="10972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1664208"/>
            <a:ext cx="8092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candidato ao intercâmbio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notificações automáticas sobre prazos e atualizações da candidatura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perder nenhuma data importante e ficar sabendo de mudanças sem precisar checar manualmente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36576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29184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deve enviar notificações por e-mail e por push (no app mobile) sobre eventos relevantes.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3794760"/>
            <a:ext cx="7955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deve poder escolher quais tipos de notificação receber (prazos, status, mensagens).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429768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de prazos devem ser enviadas com 7 dias, 3 dias e 1 dia de antecedência.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US-07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01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 Have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F4.1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todas as candidaturas ativas em um painel administrativo centralizado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078992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98448"/>
            <a:ext cx="8503920" cy="1371600"/>
          </a:xfrm>
          <a:prstGeom prst="rect">
            <a:avLst/>
          </a:prstGeom>
          <a:solidFill>
            <a:srgbClr val="F0F7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98448"/>
            <a:ext cx="10972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1664208"/>
            <a:ext cx="8092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do NEI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todas as candidaturas ativas em um painel administrativo centralizado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o processo de forma eficiente sem ter que consultar sistemas separados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36576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29184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deve listar todas as candidaturas com filtros por status, curso e instituição de destino.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3794760"/>
            <a:ext cx="7955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candidatura deve permitir acesso rápido aos documentos enviados e ao histórico do aluno.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4297680"/>
            <a:ext cx="7955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analista deve poder aprovar ou solicitar correção de documentos diretamente no painel.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Backlog Refinado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</a:rPr>
              <a:t>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</a:rPr>
              <a:t>21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65176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aceitação definidos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</a:rPr>
              <a:t>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envolvidas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188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</a:rPr>
              <a:t>100%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5800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MVP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10972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907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implementação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461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User Story está descrita com clareza, com critérios de aceitação objetivos que permitem verificar quando a funcionalidade está pronta. Esse nível de detalhe permite que uma equipe de desenvolvimento comece a construir o sistema sem dúvidas sobre o que deve ser entregue.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E7 — Backlog Refinado em User Stories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prontas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implementação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5029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52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refinado  ·  </a:t>
            </a:r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objetivos de pronto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User Story conecta-se aos wireframes do E6 e às dores reais do E3 e E4.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E8 — Protótipo de Alta Fidelidade no Figma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GlobalConnect Unifor - E7 Backlog Refinado em User Stories</dc:title>
  <dc:subject>PptxGenJS Presentation</dc:subject>
  <dc:creator>PptxGenJS</dc:creator>
  <cp:lastModifiedBy>PptxGenJS</cp:lastModifiedBy>
  <cp:revision>1</cp:revision>
  <dcterms:created xsi:type="dcterms:W3CDTF">2026-05-19T19:02:51Z</dcterms:created>
  <dcterms:modified xsi:type="dcterms:W3CDTF">2026-05-19T19:02:51Z</dcterms:modified>
</cp:coreProperties>
</file>