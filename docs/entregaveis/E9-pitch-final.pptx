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822960"/>
            <a:ext cx="3474720" cy="347472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0"/>
            <a:ext cx="2194560" cy="219456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246888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AV2 · PITCH FINAL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Gestão da Mobilidade Acadêmica Internacional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346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2026.1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9 · Apresentação Final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25880" y="1371600"/>
            <a:ext cx="7360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721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755648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real que estudantes enfrentam hoje no processo de intercâmbio.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82296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7627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25880" y="2176272"/>
            <a:ext cx="7360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27685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560320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GlobalConnect Unifor e como ele transforma essa experiência.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82296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8094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325880" y="2980944"/>
            <a:ext cx="7360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3081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364992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antes e o depois — o ganho concreto que a plataforma gera.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82296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8561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325880" y="3785616"/>
            <a:ext cx="7360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3886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MVP e a demonstração ao vivo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4169664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funcionalidades essenciais e o protótipo funcionando de verdade.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AV2 — Entregável 9 · Pitch Final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intercâmbio na Unifor é mais difícil do que deveria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o processo é totalmente manual, presencial e burocrático. Ouvimos isso de estudantes reais de ADS da Unifor: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7452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burocracia parece muito pesada e não sei onde conseguir os documentos."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Guilherme · ADS  [resposta real]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411480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87452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"Obter e validar os documentos é a etapa mais difícil. Quero entregar tudo online."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Thiago · ADS  [resposta real]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grandes dores do processo atual: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informação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estudantes entrevistados não conheciam os prazos com antecedência.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3520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Burocrático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10128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físicos, traduções caras e atendimento presencial.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25896" y="3520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rastreamento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63056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forma de acompanhar o status da candidatura.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AV2 — Entregável 9 · Pitch Final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HOJE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o aluno avança, pior ele se sente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468880"/>
            <a:ext cx="7406640" cy="0"/>
          </a:xfrm>
          <a:prstGeom prst="line">
            <a:avLst/>
          </a:prstGeom>
          <a:noFill/>
          <a:ln w="9525">
            <a:solidFill>
              <a:srgbClr val="4A657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😣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480" y="2148840"/>
            <a:ext cx="1188720" cy="45720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606040"/>
            <a:ext cx="1188720" cy="22860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2834640"/>
            <a:ext cx="1280160" cy="27432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3108960"/>
            <a:ext cx="1280160" cy="-9144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3017520"/>
            <a:ext cx="1280160" cy="32004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08176" y="2002536"/>
            <a:ext cx="292608" cy="292608"/>
          </a:xfrm>
          <a:prstGeom prst="ellipse">
            <a:avLst/>
          </a:prstGeom>
          <a:solidFill>
            <a:srgbClr val="E67E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234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96896" y="2459736"/>
            <a:ext cx="292608" cy="292608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😟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10312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85616" y="2688336"/>
            <a:ext cx="292608" cy="292608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😕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9184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65776" y="2962656"/>
            <a:ext cx="292608" cy="292608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😣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45936" y="2871216"/>
            <a:ext cx="292608" cy="292608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85216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26096" y="3191256"/>
            <a:ext cx="292608" cy="292608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3232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60520"/>
            <a:ext cx="914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é descendente.  </a:t>
            </a:r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intercâmbio deveria ser empolgante — mas o processo atual transforma entusiasmo em ansiedade.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AV2 — Entregável 9 · Pitch Final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digital que torna o intercâmbio acessível, transparente e mensurável — do primeiro acesso ao aproveitamento de créditos no retorno.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3931920" cy="100584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240280"/>
            <a:ext cx="914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informações e oportunidades em um único portal.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2240280"/>
            <a:ext cx="3931920" cy="100584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240280"/>
            <a:ext cx="914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elegibilidade cruzando o histórico acadêmico.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383280"/>
            <a:ext cx="3931920" cy="100584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383280"/>
            <a:ext cx="914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02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documentos 100% online, sem ir ao NEI.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3383280"/>
            <a:ext cx="3931920" cy="100584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383280"/>
            <a:ext cx="914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502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candidatura em tempo real, com notificações.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antes e o depois do GlobalConnect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566160"/>
          </a:xfrm>
          <a:prstGeom prst="rect">
            <a:avLst/>
          </a:prstGeom>
          <a:solidFill>
            <a:srgbClr val="FBF0E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148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HOJE (processo manual)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espalhada em vários sites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31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presencial ao NEI para tudo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79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físicos e traduções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1272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saber se está apto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575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visibilidade do andamento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só por e-mail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2468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4983480" y="1051560"/>
            <a:ext cx="3840480" cy="3566160"/>
          </a:xfrm>
          <a:prstGeom prst="rect">
            <a:avLst/>
          </a:prstGeom>
          <a:solidFill>
            <a:srgbClr val="EAF9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1051560"/>
            <a:ext cx="384048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051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 O GLOBALCONNECT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 único portal digital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12080" y="2231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231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online, de qualquer lugar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1208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2679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 com validação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1208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 automática na hora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1208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3575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em tempo real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120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AV2 — Entregável 9 · Pitch Final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NÚMEROS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alcance da plataforma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3931920" cy="137160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00200"/>
            <a:ext cx="914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6479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514600" y="176479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instituições parceiras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todo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600200"/>
            <a:ext cx="3931920" cy="137160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600200"/>
            <a:ext cx="914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6479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720840" y="176479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disponíveis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intercâmbio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54680"/>
            <a:ext cx="3931920" cy="137160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154680"/>
            <a:ext cx="914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1927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2514600" y="331927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processo 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 digital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3154680"/>
            <a:ext cx="3931920" cy="1371600"/>
          </a:xfrm>
          <a:prstGeom prst="rect">
            <a:avLst/>
          </a:prstGeom>
          <a:solidFill>
            <a:srgbClr val="0A6E9E"/>
          </a:solidFill>
          <a:ln w="12700">
            <a:solidFill>
              <a:srgbClr val="0A6E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3154680"/>
            <a:ext cx="914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1927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720840" y="331927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idas presenciais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NEI necessárias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MVP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funcionalidades essenciais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entrega na primeira versão — todas validadas pelas dores reais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914400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17320" y="1481328"/>
            <a:ext cx="7269480" cy="39319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481328"/>
            <a:ext cx="7040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centralizado de oportunidades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943100"/>
            <a:ext cx="914400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3100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1943100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1943100"/>
            <a:ext cx="7040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automática de elegibilidade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404872"/>
            <a:ext cx="914400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04872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17320" y="2404872"/>
            <a:ext cx="7269480" cy="39319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404872"/>
            <a:ext cx="7040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 de documentos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66644"/>
            <a:ext cx="914400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66644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17320" y="2866644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2866644"/>
            <a:ext cx="7040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interativo de documentos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328416"/>
            <a:ext cx="914400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28416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17320" y="3328416"/>
            <a:ext cx="7269480" cy="39319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3328416"/>
            <a:ext cx="7040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status da candidatura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790188"/>
            <a:ext cx="914400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90188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17320" y="3790188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3790188"/>
            <a:ext cx="7040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 de prazos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914400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51960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US-07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17320" y="4251960"/>
            <a:ext cx="7269480" cy="39319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54480" y="4251960"/>
            <a:ext cx="7040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do NEI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AV2 — Entregável 9 · Pitch Final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097280"/>
            <a:ext cx="4114800" cy="411480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navegar pelo protótipo de alta fidelidade do sistema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→ Elegibilidade → Documentos → Status → Painel do NEI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AV2 — Entregável 9 · Pitch Final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365760"/>
            <a:ext cx="3657600" cy="3657600"/>
          </a:xfrm>
          <a:prstGeom prst="ellipse">
            <a:avLst/>
          </a:prstGeom>
          <a:solidFill>
            <a:srgbClr val="1C7293">
              <a:alpha val="26000"/>
            </a:srgbClr>
          </a:solidFill>
          <a:ln w="12700">
            <a:solidFill>
              <a:srgbClr val="1C7293">
                <a:alpha val="2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transformando ansiedade em entusiasmo, do primeiro acesso ao embarque.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2834640"/>
            <a:ext cx="5029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github.com/matheusabporto/globalconnect-unifor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E9 Pitch Final</dc:title>
  <dc:subject>PptxGenJS Presentation</dc:subject>
  <dc:creator>PptxGenJS</dc:creator>
  <cp:lastModifiedBy>PptxGenJS</cp:lastModifiedBy>
  <cp:revision>1</cp:revision>
  <dcterms:created xsi:type="dcterms:W3CDTF">2026-06-02T17:12:41Z</dcterms:created>
  <dcterms:modified xsi:type="dcterms:W3CDTF">2026-06-02T17:12:41Z</dcterms:modified>
</cp:coreProperties>
</file>