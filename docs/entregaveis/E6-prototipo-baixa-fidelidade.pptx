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926080"/>
            <a:ext cx="2011680" cy="201168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57200"/>
            <a:ext cx="1920240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572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ENTREGÁVEL 06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de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Fidelidade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11480" y="24231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— Gestão da Mobilidade Acadêmica Internacional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880360"/>
            <a:ext cx="4114800" cy="27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35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e Modelagem de Sistemas  ·  </a:t>
            </a:r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— Unifor 2026.1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383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5 · 11/05 a 15/05/2026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vamos apresentar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4572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868680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</a:rPr>
              <a:t>01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371600" y="1234440"/>
            <a:ext cx="73152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134416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de escolha das telas prototipadas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54480" y="164592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escolhemos prototipar 3 funcionalidades específicas do MVP e quais dores reais cada uma resolve.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68680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31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</a:rPr>
              <a:t>02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1371600" y="2331720"/>
            <a:ext cx="73152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244144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6 wireframes do protótipo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54480" y="27432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funcionalidades em duas plataformas: versão web (desktop) e versão mobile, para garantir responsividade.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868680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429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</a:rPr>
              <a:t>03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1371600" y="3429000"/>
            <a:ext cx="73152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54480" y="353872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 próximos passos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54480" y="38404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esse protótipo cobre do MVP e como ele prepara o terreno para o protótipo de alta fidelidade no Figma.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E6 — Protótipo de Baixa Fidelidade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de escolha das telas prototipadas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Escolhemos as 3 funcionalidades Must Have mais críticas, que atacam as dores reais do Guilherme e do Thiago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572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128016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8872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F1.2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91640" y="1188720"/>
            <a:ext cx="7086600" cy="1051560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1243584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Automática de Elegibilidade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28800" y="1517904"/>
            <a:ext cx="6903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porta de entrada do aluno no sistema. Sem essa funcionalidade, o aluno não sabe se pode se candidatar.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1920240"/>
            <a:ext cx="6903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"Não consegui entender por onde começar." — Guilherme [REAL]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350008"/>
            <a:ext cx="128016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350008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F2.1 + F2.2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691640" y="2350008"/>
            <a:ext cx="70866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2404872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Digital de Documentos com Checklist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28800" y="2679192"/>
            <a:ext cx="6903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coração do sistema. Substitui completamente o atendimento presencial no NEI por um fluxo 100% digital.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28800" y="3081528"/>
            <a:ext cx="6903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"Obter e validar documentos é a etapa mais difícil. Quero entregar tudo online." — Thiago [REAL]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511296"/>
            <a:ext cx="128016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511296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F3.1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691640" y="3511296"/>
            <a:ext cx="7086600" cy="1051560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0" y="3566160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Status da Candidatura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828800" y="3840480"/>
            <a:ext cx="6903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a ansiedade gerada pela espera. Dá transparência total do processo ao aluno em tempo real.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28800" y="4242816"/>
            <a:ext cx="6903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"Quero ver meu status pelo celular." — Mariana [SIMULADO]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E6 — Protótipo de Baixa Fidelidade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 1 — Verificação de Elegibilidade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F1.2  ·  Onde o aluno descobre se está apto a se candidatar ao intercâmbio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4572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05840"/>
            <a:ext cx="77724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058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WEB</a:t>
            </a:r>
            <a:endParaRPr lang="en-US" sz="1000" dirty="0"/>
          </a:p>
        </p:txBody>
      </p:sp>
      <p:pic>
        <p:nvPicPr>
          <p:cNvPr id="9" name="Image 0" descr="/home/claude/wireframes/wf1_web_elegibilid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25880"/>
            <a:ext cx="5760720" cy="32918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1005840"/>
            <a:ext cx="777240" cy="2560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63640" y="10058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MOBILE</a:t>
            </a:r>
            <a:endParaRPr lang="en-US" sz="1000" dirty="0"/>
          </a:p>
        </p:txBody>
      </p:sp>
      <p:pic>
        <p:nvPicPr>
          <p:cNvPr id="12" name="Image 1" descr="/home/claude/wireframes/wf1_mobile_elegibilida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325880"/>
            <a:ext cx="1554480" cy="32918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20040" y="4617720"/>
            <a:ext cx="8503920" cy="164592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11480" y="4617720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aluno vê seus dados acadêmicos e o resultado da análise lado a lado. Os 5 pré-requisitos são verificados automaticamente. Versão mobile apresenta o mesmo conteúdo em formato vertical.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E6 — Protótipo de Baixa Fidelidade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 2 — Upload Digital de Documentos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F2.1 + F2.2  ·  O coração do sistema: substitui o atendimento presencial por um fluxo 100% online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4572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05840"/>
            <a:ext cx="77724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058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WEB</a:t>
            </a:r>
            <a:endParaRPr lang="en-US" sz="1000" dirty="0"/>
          </a:p>
        </p:txBody>
      </p:sp>
      <p:pic>
        <p:nvPicPr>
          <p:cNvPr id="9" name="Image 0" descr="/home/claude/wireframes/wf2_web_document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25880"/>
            <a:ext cx="5760720" cy="32918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1005840"/>
            <a:ext cx="777240" cy="2560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63640" y="10058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MOBILE</a:t>
            </a:r>
            <a:endParaRPr lang="en-US" sz="1000" dirty="0"/>
          </a:p>
        </p:txBody>
      </p:sp>
      <p:pic>
        <p:nvPicPr>
          <p:cNvPr id="12" name="Image 1" descr="/home/claude/wireframes/wf2_mobile_document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325880"/>
            <a:ext cx="1554480" cy="32918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20040" y="4617720"/>
            <a:ext cx="8503920" cy="164592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11480" y="4617720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aluno acompanha o checklist à esquerda e envia o documento selecionado à direita. A barra de progresso atualiza em tempo real. No mobile, cada documento aparece como um card individual.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E6 — Protótipo de Baixa Fidelidade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 3 — Painel de Status da Candidatura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F3.1  ·  Dá ao aluno visibilidade total do processo, eliminando a ansiedade da espera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4572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05840"/>
            <a:ext cx="77724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058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WEB</a:t>
            </a:r>
            <a:endParaRPr lang="en-US" sz="1000" dirty="0"/>
          </a:p>
        </p:txBody>
      </p:sp>
      <p:pic>
        <p:nvPicPr>
          <p:cNvPr id="9" name="Image 0" descr="/home/claude/wireframes/wf3_web_stat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25880"/>
            <a:ext cx="5760720" cy="32918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1005840"/>
            <a:ext cx="777240" cy="2560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63640" y="10058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MOBILE</a:t>
            </a:r>
            <a:endParaRPr lang="en-US" sz="1000" dirty="0"/>
          </a:p>
        </p:txBody>
      </p:sp>
      <p:pic>
        <p:nvPicPr>
          <p:cNvPr id="12" name="Image 1" descr="/home/claude/wireframes/wf3_mobile_stat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325880"/>
            <a:ext cx="1554480" cy="32918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20040" y="4617720"/>
            <a:ext cx="8503920" cy="164592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11480" y="4617720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timeline horizontal mostra todas as etapas do processo. A coluna esquerda detalha a etapa atual e o histórico. No mobile, a timeline aparece vertical para melhor leitura.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E6 — Protótipo de Baixa Fidelidade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do Protótipo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4572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192024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65A82"/>
                </a:solidFill>
              </a:rPr>
              <a:t>3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 prototipadas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097280"/>
            <a:ext cx="192024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1887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C7293"/>
                </a:solidFill>
              </a:rPr>
              <a:t>6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2651760" y="20116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web e mobile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192024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1887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28090"/>
                </a:solidFill>
              </a:rPr>
              <a:t>2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4754880" y="20116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validadas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(desktop e mobile)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1097280"/>
            <a:ext cx="192024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11887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2C39A"/>
                </a:solidFill>
              </a:rPr>
              <a:t>100%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858000" y="20116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MVP coberto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protótipo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8229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834640"/>
            <a:ext cx="109728" cy="1691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29077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esse protótipo é suficiente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324612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3 funcionalidades prototipadas cobrem as etapas mais críticas da jornada do aluno: descoberta, candidatura e acompanhamento. Validamos a estrutura visual e o fluxo de navegação antes de partir para o design final no Figma. Isso reduz retrabalho e garante que o produto final atenda às dores reais identificadas nas entrevistas.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E6 — Protótipo de Baixa Fidelidade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57200"/>
            <a:ext cx="3657600" cy="3657600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11480" y="17373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lo-fi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prontos para validação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2697480"/>
            <a:ext cx="5029200" cy="27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85292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validada  ·  </a:t>
            </a:r>
            <a:pPr algn="l"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navegação documentado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3246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wireframe está conectado às dores reais identificadas no E3 e às features do MVP definido no E5.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3840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E7 — Backlog Refinado em User Stories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GlobalConnect Unifor - E6 Protótipo de Baixa Fidelidade</dc:title>
  <dc:subject>PptxGenJS Presentation</dc:subject>
  <dc:creator>PptxGenJS</dc:creator>
  <cp:lastModifiedBy>PptxGenJS</cp:lastModifiedBy>
  <cp:revision>1</cp:revision>
  <dcterms:created xsi:type="dcterms:W3CDTF">2026-05-12T12:20:08Z</dcterms:created>
  <dcterms:modified xsi:type="dcterms:W3CDTF">2026-05-12T12:20:08Z</dcterms:modified>
</cp:coreProperties>
</file>