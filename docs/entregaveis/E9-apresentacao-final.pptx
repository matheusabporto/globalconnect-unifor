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822960"/>
            <a:ext cx="3474720" cy="347472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0"/>
            <a:ext cx="2194560" cy="219456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219456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APRESENTAÇÃO FINAL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Gestão da Mobilidade Acadêmica Internacional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346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2026.1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9 · Pitch + Canvas MVP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1371600"/>
            <a:ext cx="7452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435608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7335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real que estudantes e o NEI enfrentam hoje no processo de intercâmbio.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7315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4825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34440" y="2048256"/>
            <a:ext cx="7452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112264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350008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GlobalConnect Unifor e como ele transforma essa experiência.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7315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2491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2724912"/>
            <a:ext cx="7452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788920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Canvas do MVP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026664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completa do produto mínimo viável em um quadro único.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401568"/>
            <a:ext cx="7315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015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34440" y="3401568"/>
            <a:ext cx="7452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465576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7033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real pelo protótipo de alta fidelidade do sistema.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078224"/>
            <a:ext cx="7315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7822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34440" y="4078224"/>
            <a:ext cx="7452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4142232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e os próximos passos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4379976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chegamos até aqui e para onde o projeto pode evoluir.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E9 — Apresentação Final + Canvas MVP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intercâmbio na Unifor é mais difícil do que deveria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o processo é totalmente manual, presencial e burocrático. Confirmamos isso com estudantes reais de ADS da Unifor: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7452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burocracia parece muito pesada e não sei onde conseguir os documentos."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Guilherme · ADS  [resposta real]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411480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87452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"Obter e validar os documentos é a etapa mais difícil. Quero entregar tudo online."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Thiago · ADS  [resposta real]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grandes dores do processo atual: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Invisível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dos estudantes não sabiam dos prazos fixos.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3520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Burocrático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10128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físicos, traduções caras, atendimento presencial.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25896" y="3520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rastreamento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63056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forma de acompanhar o status da candidatura.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E9 — Apresentação Final + Canvas MVP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digital que torna o intercâmbio acessível, transparente e mensurável — do primeiro acesso ao aproveitamento de créditos no retorno.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3931920" cy="100584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240280"/>
            <a:ext cx="914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informações e oportunidades em um único portal.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2240280"/>
            <a:ext cx="3931920" cy="100584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240280"/>
            <a:ext cx="914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elegibilidade cruzando o histórico acadêmico.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383280"/>
            <a:ext cx="3931920" cy="100584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383280"/>
            <a:ext cx="914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02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documentos 100% online, sem ir ao NEI.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3383280"/>
            <a:ext cx="3931920" cy="100584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383280"/>
            <a:ext cx="914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502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candidatura em tempo real, com notificações.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DO MVP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completa do Produto Mínimo Viável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26974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14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Processo presencial e manual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visibilidade de prazos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Documentação burocrática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914400"/>
            <a:ext cx="2697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914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3716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Estudantes da Unifor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Equipe do NEI / DRI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Coordenadores de curso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914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914400"/>
            <a:ext cx="269748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914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63056" y="13716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Intercâmbio digital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Transparente e mensurável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 acesso ao retorno
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88920"/>
            <a:ext cx="26974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(MVP)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Portal + Elegibilidade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+ Checklist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+ Notificações + NEI
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27889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2968" y="2788920"/>
            <a:ext cx="269748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MÉTRICAS-CHAVE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Candidaturas digitais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Documentos enviados online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 médio de análise
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5896" y="27889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25896" y="2788920"/>
            <a:ext cx="26974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ESPECIAL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63056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Integração com o SCA Unifor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Validação automática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Dados acadêmicos nativos
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E9 — Apresentação Final + Canvas MVP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MVP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funcionalidades essenciais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entrega na primeira versão — todas validadas pelas dores reais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914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7269480" cy="38404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508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centralizado de oportunidades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914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65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1965960"/>
            <a:ext cx="7269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1965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automática de elegibilidade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914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23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17320" y="2423160"/>
            <a:ext cx="7269480" cy="38404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4231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 de documentos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914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17320" y="2880360"/>
            <a:ext cx="7269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28803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interativo de documentos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914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37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17320" y="3337560"/>
            <a:ext cx="7269480" cy="38404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33375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status da candidatura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914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94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17320" y="3794760"/>
            <a:ext cx="7269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3794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 de prazos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914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51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17320" y="4251960"/>
            <a:ext cx="7269480" cy="38404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54480" y="4251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do NEI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E9 — Apresentação Final + Canvas MVP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097280"/>
            <a:ext cx="4114800" cy="411480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navegar pelo protótipo de alta fidelidade do sistema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→ Elegibilidade → Documentos → Status → Painel do NEI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E9 — Apresentação Final + Canvas MVP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JORNADA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chegamos até aqui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entregável construiu a base do próximo, das dores reais até o protótipo final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E1·E2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e entrevistas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5544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dores (respostas reais)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Position + Jornada As-Is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5544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 (MoSCoW)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baixa fidelidade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30175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69748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do MVP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0060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alta fidelidade (HTML)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3017520"/>
            <a:ext cx="192024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+ Canvas MVP (estamos aqui)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E9 — Apresentação Final + Canvas MVP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365760"/>
            <a:ext cx="3657600" cy="3657600"/>
          </a:xfrm>
          <a:prstGeom prst="ellipse">
            <a:avLst/>
          </a:prstGeom>
          <a:solidFill>
            <a:srgbClr val="1C7293">
              <a:alpha val="26000"/>
            </a:srgbClr>
          </a:solidFill>
          <a:ln w="12700">
            <a:solidFill>
              <a:srgbClr val="1C7293">
                <a:alpha val="2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tornando o intercâmbio acessível, transparente e mensurável.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194560"/>
            <a:ext cx="5029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do projeto: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as funcionalidades Should Have e Could Have do backlog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protótipo com usuários reais (testes de usabilidade)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611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stack técnica e iniciar o desenvolvimento do MVP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github.com/matheusabporto/globalconnect-unifor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E9 Apresentação Final</dc:title>
  <dc:subject>PptxGenJS Presentation</dc:subject>
  <dc:creator>PptxGenJS</dc:creator>
  <cp:lastModifiedBy>PptxGenJS</cp:lastModifiedBy>
  <cp:revision>1</cp:revision>
  <dcterms:created xsi:type="dcterms:W3CDTF">2026-06-02T16:41:16Z</dcterms:created>
  <dcterms:modified xsi:type="dcterms:W3CDTF">2026-06-02T16:41:16Z</dcterms:modified>
</cp:coreProperties>
</file>