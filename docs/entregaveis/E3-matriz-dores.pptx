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&amp;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Dores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20 a 24/04/2026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Coleta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semiestruturado online (Google Forms) com 8 perguntas de múltipla escolha e 3 abertas por perfil, dividido em 4 seções segmentadas por cargo. Link: forms.gle/szguvJmqV49S9JCz9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respondentes: 2 estudantes reais (respostas coletadas via formulário em 20/04/2026), 1 estudante simulado com base no guia do NEI, 1 professor, 1 coordenadora e 1 analista do NEI (simulados com base em pesquisa documental).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72768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abertas analisadas por codificação temática. Dores extraídas e classificadas por impacto e frequência. Respostas reais identificadas com selo [REAL] na tabela.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de Entrevista — Estudantes (Respostas Reais)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77240"/>
            <a:ext cx="8613648" cy="178308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77240"/>
            <a:ext cx="54864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321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dos Santos Almeida  ·  ADS · Unifor  ·  Respondido em 20/04/2026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38160" y="832104"/>
            <a:ext cx="64008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832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124712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sabia dos prazos fixos — prefere ser notificado por e-mail. Conhece pouco os pré-requisitos e avalia como médio o processo de verificar sua aptidão. Provavelmente usaria um portal digital. Se informa pelo site da Unifor. Principais barreiras: dificuldades financeiras, barreira do idioma e burocracia pesada. Preocupação com a documentação: não saber onde conseguir cada documento. Quando perguntado o que mudaria no processo, respondeu 'Nada' — sugerindo resignação ou desconhecimento das possibilidades.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697480"/>
            <a:ext cx="86136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697480"/>
            <a:ext cx="54864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523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Leal Menezes  ·  ADS · Unifor  ·  Respondido em 20/04/2026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752344"/>
            <a:ext cx="64008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752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3044952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sabia dos prazos fixos — prefere e-mail. Conhece razoavelmente os pré-requisitos mas avalia como difícil o processo de verificar aptidão. Com certeza usaria portal digital. Se informa por site, colegas e redes sociais. Barreiras: medo de não atender requisitos, dificuldades financeiras e idioma. Documentação: custo de traduções, quantidade de documentos e não saber onde conseguir. Mudaria: entrega de documentos online. Etapa mais difícil: obtenção e validação dos documentos.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de Entrevista — Estudante Simulado + Gestão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8613648" cy="98755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54864" cy="9875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7955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Furtado  ·  Estudante — Administração · 6º semestre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795528"/>
            <a:ext cx="100584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795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0607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 os pré-requisitos mas considera o processo muito manual. Já foi pessoalmente ao NEI. Gostaria de acompanhar o status em tempo real pelo celular. Dificuldade em entender quais disciplinas podem ser aproveitadas antes de escolher o destino.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10512"/>
            <a:ext cx="86136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810512"/>
            <a:ext cx="54864" cy="9875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562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Ricardo Melo  ·  Docente — ADS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856232"/>
            <a:ext cx="100584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8562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SIMULADO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21214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consultado sobre disciplinas antes do embarque. Desconhece quais alunos do seu curso estão em intercâmbio. Vê oportunidade desperdiçada entre intercâmbio e UniforParque. Quer usar o programa para identificar alunos de destaque para pesquisa.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71216"/>
            <a:ext cx="8613648" cy="98755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71216"/>
            <a:ext cx="54864" cy="9875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1693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Fernanda Lima  ·  Coordenadora — Direito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2916936"/>
            <a:ext cx="100584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9169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318211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notificada sobre alunos em mobilidade. Maior gargalo: alunos retornam sem saber que precisam acionar NEI + DAE. Já vivenciou conflitos de grade. Usaria com certeza sistema digital com painel de status.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931920"/>
            <a:ext cx="86136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931920"/>
            <a:ext cx="54864" cy="9875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7764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Eduardo Neves  ·  Analista — NEI / DRI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3977640"/>
            <a:ext cx="100584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SIMULADO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" y="424281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elegibilidade totalmente manual em sistemas separados. Retrabalho alto por documentação incorreta. Comunicação com 135+ parceiras por e-mail individual. Equipe sobrecarregada nos dois períodos de inscrição. Prioridade: portal digital + validação automática.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Dores — Estudantes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13232"/>
            <a:ext cx="18745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132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71323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7132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71323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7132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Principal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713232"/>
            <a:ext cx="13716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713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713232"/>
            <a:ext cx="11430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713232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097280"/>
            <a:ext cx="18745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0972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Almeida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· ADS [REAL]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1097280"/>
            <a:ext cx="201168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09728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burocracia parece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pesada e não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onde conseguir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documentos."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097280"/>
            <a:ext cx="201168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09728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 financeira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 sem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centralizada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09728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09728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1097280"/>
            <a:ext cx="11430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109728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331720"/>
            <a:ext cx="1874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233172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Menezes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· ADS [REAL]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2331720"/>
            <a:ext cx="2011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233172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 e validar os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é a etapa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difícil. Quero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tudo online."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2331720"/>
            <a:ext cx="2011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233172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documental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e custoso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alternativa digital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331720"/>
            <a:ext cx="13716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33172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63840" y="2331720"/>
            <a:ext cx="1143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233172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566160"/>
            <a:ext cx="18745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56616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Furtado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· Adm.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94560" y="3566160"/>
            <a:ext cx="201168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56616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"Fui ao NEI e achei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complicado.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ver meu status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celular."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0" y="3566160"/>
            <a:ext cx="201168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56616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em tempo real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356616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56616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63840" y="3566160"/>
            <a:ext cx="11430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356616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Dores — Gestão e Coordenação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13232"/>
            <a:ext cx="1874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132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713232"/>
            <a:ext cx="20116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7132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713232"/>
            <a:ext cx="20116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7132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Principal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713232"/>
            <a:ext cx="13716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713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713232"/>
            <a:ext cx="11430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713232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097280"/>
            <a:ext cx="187452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0972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Melo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· 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1097280"/>
            <a:ext cx="201168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09728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sei quais alunos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estão fora 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voltam."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097280"/>
            <a:ext cx="201168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09728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sobre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em mobilidade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097280"/>
            <a:ext cx="137160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09728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1097280"/>
            <a:ext cx="114300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109728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331720"/>
            <a:ext cx="1874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233172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Lima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Coordenadora · Direito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2331720"/>
            <a:ext cx="2011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233172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aluno volta sem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 precisa ir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NEI e depois à DAE."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2331720"/>
            <a:ext cx="20116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233172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créditos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desconhecido pelos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ao retornar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331720"/>
            <a:ext cx="13716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33172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63840" y="2331720"/>
            <a:ext cx="1143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233172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ciclo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566160"/>
            <a:ext cx="187452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56616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Eduardo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· NEI/DRI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94560" y="3566160"/>
            <a:ext cx="201168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56616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"Verifico elegibilidade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 sistemas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manualmente."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0" y="3566160"/>
            <a:ext cx="201168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566160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manual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sistêmica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3566160"/>
            <a:ext cx="137160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56616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63840" y="3566160"/>
            <a:ext cx="1143000" cy="1170432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356616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50292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841248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8778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Invisibilidade total do processo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dos estudantes reais não sabiam dos prazos fixos. A informação existe mas não chega ao aluno de forma proativa — confirmado nas respostas de Guilherme e Thiago.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50292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1645920"/>
            <a:ext cx="7863840" cy="64008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824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é a maior barreira percebida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19019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estudantes reais citaram múltiplas barreiras documentais: custo de tradução, quantidade de documentos e não saber onde consegui-los. Thiago pediu explicitamente envio online.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50292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05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2450592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871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100% manual sem rastreamento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70662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NEI à DAE, cada etapa exige presença física ou e-mail. Nenhum stakeholder acompanha o status em tempo real — dor confirmada por todos os perfis.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502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552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255264"/>
            <a:ext cx="7863840" cy="64008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2918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aproveitamento desconhecido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5112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retornam sem saber que precisam acionar NEI + DAE sequencialmente. Coordenadores não são notificados. Gargalo crítico mapeado pela coordenadora Fernanda.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59936"/>
            <a:ext cx="50292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599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059936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0965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receptividade — 100% usaria sistema digital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43159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respondeu 'com certeza usaria'. Guilherme 'provavelmente usaria'. NEI e coordenação indicaram demandas claras e priorizáveis para automação imediata.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E3 — Matriz de Dores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respostas reais coletadas  ·  </a:t>
            </a:r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dores de impacto alto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e Thiago (reais)  ·  </a:t>
            </a:r>
            <a:pPr algn="l" indent="0" marL="0">
              <a:buNone/>
            </a:pPr>
            <a:r>
              <a:rPr lang="en-US" sz="1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Mariana, Prof. Ricardo, Dra. Fernanda, Carlos (simulados)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E4 — Statement of Position + Mapa de Jornada As-Is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E3 Matriz de Dores</dc:title>
  <dc:subject>PptxGenJS Presentation</dc:subject>
  <dc:creator>PptxGenJS</dc:creator>
  <cp:lastModifiedBy>PptxGenJS</cp:lastModifiedBy>
  <cp:revision>1</cp:revision>
  <dcterms:created xsi:type="dcterms:W3CDTF">2026-04-23T18:41:17Z</dcterms:created>
  <dcterms:modified xsi:type="dcterms:W3CDTF">2026-04-23T18:41:17Z</dcterms:modified>
</cp:coreProperties>
</file>