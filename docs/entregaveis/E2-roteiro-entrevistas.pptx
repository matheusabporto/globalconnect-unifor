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Plano de Pesquisa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2025.1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13 a 17/04/2025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Pesquisa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Rocha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Unifor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600200"/>
            <a:ext cx="731520" cy="731520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entrevista: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724912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jornada atual de quem deseja fazer intercâmbio: onde surgem as dúvidas, onde se perde o interesse e quais barreiras impedem a candidatura.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60120"/>
            <a:ext cx="27432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Fernanda Lima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261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Coordenadora NEI / DRI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5584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entrevista: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2724912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fluxos operacionais do NEI, os gargalos no processo seletivo e as oportunidades de modernização que aumentem a visibilidade da Unifor.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960120"/>
            <a:ext cx="27432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Ricardo Melo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261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Curso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1600200"/>
            <a:ext cx="731520" cy="73152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36208" y="246888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entrevista: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2724912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como o intercâmbio se conecta ao desenvolvimento acadêmico dos alunos e como o coordenador pode usar o programa para identificar e impulsionar talentos.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E2 — Roteiro de Entrevistas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01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Rocha</a:t>
            </a:r>
            <a:pPr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Estudante interessada em intercâmbio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Aluna do 3º semestre de ADS, demonstrou interesse em intercâmbio mas nunca iniciou o processo. Será abordada de forma informal para entender sua percepção atual.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27432"/>
          </a:xfrm>
          <a:prstGeom prst="rect">
            <a:avLst/>
          </a:prstGeom>
          <a:solidFill>
            <a:srgbClr val="D5E6E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7863840" cy="64008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atual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1719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 informa hoje sobre as oportunidades de intercâmbio disponíveis na Unifor? Quais canais você usa e o que acha difícil de encontrar?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267712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 impede ou já te impediu de iniciar o processo de candidatura para um intercâmbio? Pode me contar como foi essa experiência?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072384"/>
            <a:ext cx="7863840" cy="64008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108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3284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estivesse no meio do processo de inscrição, como gostaria de ser atualizada sobre o andamento? O que te deixaria mais segura?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3877056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parte burocrática, quais dúvidas você tem sobre como se preparar — idioma, finanças, cultura — que ainda não encontrou resposta fácil?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E2 — Roteiro de Entrevistas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02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Fernanda Lima</a:t>
            </a:r>
            <a:pPr indent="0" marL="0">
              <a:buNone/>
            </a:pPr>
            <a:r>
              <a:rPr lang="en-US" sz="1300" dirty="0">
                <a:solidFill>
                  <a:srgbClr val="C8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Coordenadora NEI / DRI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operação do programa de intercâmbio na Unifor. Entrevista focada em entender os fluxos internos, gargalos operacionais e oportunidades de modernização.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27432"/>
          </a:xfrm>
          <a:prstGeom prst="rect">
            <a:avLst/>
          </a:prstGeom>
          <a:solidFill>
            <a:srgbClr val="D5E6E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78638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atual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1719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 o processo de seleção de candidatos ao intercâmbio, do início ao fim? Quais etapas consomem mais tempo da sua equipe?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267712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304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as principais dificuldades que você enfrenta na gestão dos convênios com as 140+ instituições parceiras? O que mais gera retrabalho?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072384"/>
            <a:ext cx="78638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108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3284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divulga hoje os editais e oportunidades para os alunos? O que você mudaria para ampliar o alcance e o número de candidaturas?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3877056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Modernização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pudesse redesenhar o processo de internacionalização com apoio de tecnologia, qual seria a primeira coisa que você automatizaria ou digitalizaria?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E2 — Roteiro de Entrevistas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03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Ricardo Melo</a:t>
            </a:r>
            <a:pPr indent="0" marL="0">
              <a:buNone/>
            </a:pPr>
            <a:r>
              <a:rPr lang="en-US" sz="1300" dirty="0">
                <a:solidFill>
                  <a:srgbClr val="B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Coordenador de Curso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graduação com experiência em mobilidade acadêmica. Entrevista focada em entender como o intercâmbio se conecta ao desenvolvimento dos alunos e à estratégia do curso.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8412480" cy="27432"/>
          </a:xfrm>
          <a:prstGeom prst="rect">
            <a:avLst/>
          </a:prstGeom>
          <a:solidFill>
            <a:srgbClr val="D5E6EF"/>
          </a:solidFill>
          <a:ln w="12700">
            <a:solidFill>
              <a:srgbClr val="D5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7863840" cy="640080"/>
          </a:xfrm>
          <a:prstGeom prst="rect">
            <a:avLst/>
          </a:prstGeom>
          <a:solidFill>
            <a:srgbClr val="E8F5F5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4996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acadêmica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1719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acompanha hoje o desempenho dos alunos que participam de intercâmbio? Existe algum registro ou relatório que você consulta?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677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2267712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3042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 o processo de equivalência de disciplinas cursadas no exterior? O que costuma gerar mais dúvidas ou conflitos?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723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072384"/>
            <a:ext cx="7863840" cy="640080"/>
          </a:xfrm>
          <a:prstGeom prst="rect">
            <a:avLst/>
          </a:prstGeom>
          <a:solidFill>
            <a:srgbClr val="E8F5F5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talentos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05840" y="33284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usou ou considerou usar o programa de intercâmbio como critério para identificar alunos de destaque no curso? Como isso poderia funcionar melhor?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" y="3877056"/>
            <a:ext cx="7863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913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institucional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enxerga a conexão entre o intercâmbio e o ecossistema de inovação da Unifor, como o UniforParque? Existe alguma oportunidade que ainda não está sendo aproveitada?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E2 — Roteiro de Entrevistas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Pesquisa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103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2103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2103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822960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822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207008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07008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Semi-estruturada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1207008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207008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Rocha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(Estudante)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207008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07008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jornada atual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barreiras de candidatura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1207008"/>
            <a:ext cx="201168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207008"/>
            <a:ext cx="1901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ou remoto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· gravado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011680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11680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Semi-estruturada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0" y="2011680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011680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Fernanda Lima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(NEI / DRI)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11680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fluxos operacionais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gargalos do processo seletivo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2011680"/>
            <a:ext cx="2011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011680"/>
            <a:ext cx="1901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ou remoto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 · gravado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16352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16352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Semi-estruturada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2816352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816352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Ricardo Melo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(Coord. de Curso)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16352"/>
            <a:ext cx="210312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816352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visibilidade acadêmica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conexão com talentos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2816352"/>
            <a:ext cx="2011680" cy="768096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816352"/>
            <a:ext cx="1901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ou remoto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· gravado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21024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0" y="3621024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3621024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Editais e 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NEI / Unifor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21024"/>
            <a:ext cx="210312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21024"/>
            <a:ext cx="19933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requisitos formais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fluxo atual publicado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9440" y="3621024"/>
            <a:ext cx="201168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3621024"/>
            <a:ext cx="1901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research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Assíncrono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E2 — Roteiro de Entrevistas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50292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perguntas abertas  ·  </a:t>
            </a:r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técnicas de coleta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semi-estruturada  ·  </a:t>
            </a:r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documental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E3 — Matriz de Dores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E2 Roteiro de Entrevistas</dc:title>
  <dc:subject>PptxGenJS Presentation</dc:subject>
  <dc:creator>PptxGenJS</dc:creator>
  <cp:lastModifiedBy>PptxGenJS</cp:lastModifiedBy>
  <cp:revision>1</cp:revision>
  <dcterms:created xsi:type="dcterms:W3CDTF">2026-04-10T17:56:44Z</dcterms:created>
  <dcterms:modified xsi:type="dcterms:W3CDTF">2026-04-10T17:56:44Z</dcterms:modified>
</cp:coreProperties>
</file>